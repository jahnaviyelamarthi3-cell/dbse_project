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9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>
        <p:scale>
          <a:sx n="50" d="100"/>
          <a:sy n="50" d="100"/>
        </p:scale>
        <p:origin x="772" y="4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b="1" dirty="0">
                <a:latin typeface="+mn-lt"/>
                <a:cs typeface="Arial" panose="020B0604020202020204" pitchFamily="34" charset="0"/>
              </a:rPr>
            </a:br>
            <a:r>
              <a:rPr lang="en-IN" sz="2400" b="1" dirty="0"/>
              <a:t>Event Management and Analytical Portal </a:t>
            </a:r>
            <a:br>
              <a:rPr lang="en-US" sz="24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710152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Vennela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2520030288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Jahnavi </a:t>
                      </a:r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Bhavitha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NUMBER:15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8692567"/>
              </p:ext>
            </p:extLst>
          </p:nvPr>
        </p:nvGraphicFramePr>
        <p:xfrm>
          <a:off x="838199" y="1416193"/>
          <a:ext cx="10515600" cy="2453883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31223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0337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55412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Vennela 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Bhavitha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member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Jahnavi 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0000"/>
                          </a:highlight>
                        </a:rPr>
                        <a:t>Team member</a:t>
                      </a:r>
                    </a:p>
                    <a:p>
                      <a:endParaRPr lang="en-US" b="1" dirty="0">
                        <a:solidFill>
                          <a:schemeClr val="bg1">
                            <a:alpha val="31000"/>
                          </a:schemeClr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436" y="1283856"/>
            <a:ext cx="10633364" cy="489310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800" dirty="0"/>
          </a:p>
          <a:p>
            <a:pPr lvl="0"/>
            <a:r>
              <a:rPr lang="en-IN" sz="1800" dirty="0"/>
              <a:t>The Event Management and Analytical Portal is a database-driven system developed to simplify and automate the management of college events.</a:t>
            </a:r>
          </a:p>
          <a:p>
            <a:pPr lvl="0"/>
            <a:r>
              <a:rPr lang="en-IN" sz="1800" dirty="0"/>
              <a:t>It provides a centralized platform for administrators, event organizers, and students to manage event-related activities.</a:t>
            </a:r>
          </a:p>
          <a:p>
            <a:pPr lvl="0"/>
            <a:r>
              <a:rPr lang="en-IN" sz="1800" dirty="0"/>
              <a:t>Organizers can create, update, and manage events, venues, schedules, registrations, and attendance.</a:t>
            </a:r>
          </a:p>
          <a:p>
            <a:pPr lvl="0"/>
            <a:r>
              <a:rPr lang="en-IN" sz="1800" dirty="0"/>
              <a:t>Students can view available events, register for events, track participation, and submit feedback.</a:t>
            </a:r>
          </a:p>
          <a:p>
            <a:pPr lvl="0"/>
            <a:r>
              <a:rPr lang="en-IN" sz="1800" dirty="0"/>
              <a:t>The system maintains event information in a structured database, reducing duplicate records, manual work, and data errors.</a:t>
            </a:r>
          </a:p>
          <a:p>
            <a:pPr lvl="0"/>
            <a:r>
              <a:rPr lang="en-IN" sz="1800" dirty="0"/>
              <a:t>The analytical component generates useful insights such as registration trends, attendance statistics, popular events, and feedback ratings.</a:t>
            </a:r>
          </a:p>
          <a:p>
            <a:pPr lvl="0"/>
            <a:r>
              <a:rPr lang="en-IN" sz="1800" dirty="0"/>
              <a:t>Overall, the portal improves event organization, data management, participation tracking, and decision-making through efficient backend and database operations.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527" y="2032000"/>
            <a:ext cx="9873673" cy="3934691"/>
          </a:xfrm>
        </p:spPr>
        <p:txBody>
          <a:bodyPr>
            <a:normAutofit/>
          </a:bodyPr>
          <a:lstStyle/>
          <a:p>
            <a:pPr lvl="0"/>
            <a:r>
              <a:rPr lang="en-IN" sz="2000" dirty="0"/>
              <a:t>Event Management and Analytical Portal is a web-based system for managing college events efficiently. </a:t>
            </a:r>
          </a:p>
          <a:p>
            <a:pPr lvl="0"/>
            <a:r>
              <a:rPr lang="en-IN" sz="2000" dirty="0"/>
              <a:t>It provides a centralized platform for administrators, organizers, and students. </a:t>
            </a:r>
          </a:p>
          <a:p>
            <a:pPr lvl="0"/>
            <a:r>
              <a:rPr lang="en-IN" sz="2000" dirty="0"/>
              <a:t>Organizers can create, update, and manage events, venues, dates, and schedules. </a:t>
            </a:r>
          </a:p>
          <a:p>
            <a:pPr lvl="0"/>
            <a:r>
              <a:rPr lang="en-IN" sz="2000" dirty="0"/>
              <a:t>Students can view upcoming events and register online. </a:t>
            </a:r>
          </a:p>
          <a:p>
            <a:pPr lvl="0"/>
            <a:r>
              <a:rPr lang="en-IN" sz="2000" dirty="0"/>
              <a:t>The system maintains student registration and event records in a database. </a:t>
            </a:r>
          </a:p>
          <a:p>
            <a:pPr lvl="0"/>
            <a:r>
              <a:rPr lang="en-IN" sz="2000" dirty="0"/>
              <a:t>It helps organizers track attendance and manage participants. </a:t>
            </a:r>
          </a:p>
          <a:p>
            <a:pPr lvl="0"/>
            <a:r>
              <a:rPr lang="en-IN" sz="2000" dirty="0"/>
              <a:t>Students can provide feedback and ratings after attending events. </a:t>
            </a:r>
          </a:p>
          <a:p>
            <a:pPr lvl="0"/>
            <a:r>
              <a:rPr lang="en-IN" sz="2000" dirty="0"/>
              <a:t>The analytical module generates insights about registrations, attendance, participation, and event ratings. 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565"/>
            <a:ext cx="10042236" cy="4357398"/>
          </a:xfrm>
        </p:spPr>
        <p:txBody>
          <a:bodyPr>
            <a:noAutofit/>
          </a:bodyPr>
          <a:lstStyle/>
          <a:p>
            <a:pPr lvl="0"/>
            <a:r>
              <a:rPr lang="en-IN" sz="2000" dirty="0"/>
              <a:t>Event management is often handled using manual methods such as forms, spreadsheets, and messaging applications. </a:t>
            </a:r>
          </a:p>
          <a:p>
            <a:pPr lvl="0"/>
            <a:r>
              <a:rPr lang="en-IN" sz="2000" dirty="0"/>
              <a:t>Event details may be stored in different files or platforms, making them difficult to manage. </a:t>
            </a:r>
          </a:p>
          <a:p>
            <a:pPr lvl="0"/>
            <a:r>
              <a:rPr lang="en-IN" sz="2000" dirty="0"/>
              <a:t>Student registration is often done through separate forms, which can lead to duplicate entries. </a:t>
            </a:r>
          </a:p>
          <a:p>
            <a:pPr lvl="0"/>
            <a:r>
              <a:rPr lang="en-IN" sz="2000" dirty="0"/>
              <a:t>Attendance is frequently recorded manually, which is time-consuming and error-prone. </a:t>
            </a:r>
          </a:p>
          <a:p>
            <a:pPr lvl="0"/>
            <a:r>
              <a:rPr lang="en-IN" sz="2000" dirty="0"/>
              <a:t>Organizers may have difficulty tracking registrations and attendance in real time. </a:t>
            </a:r>
          </a:p>
          <a:p>
            <a:pPr lvl="0"/>
            <a:r>
              <a:rPr lang="en-IN" sz="2000" dirty="0"/>
              <a:t>Feedback is usually collected separately and may not be properly organized. </a:t>
            </a:r>
          </a:p>
          <a:p>
            <a:pPr lvl="0"/>
            <a:r>
              <a:rPr lang="en-IN" sz="2000" dirty="0"/>
              <a:t>There is limited analytical support for understanding student participation and event performance. </a:t>
            </a:r>
          </a:p>
          <a:p>
            <a:pPr lvl="0"/>
            <a:r>
              <a:rPr lang="en-IN" sz="2000" dirty="0"/>
              <a:t>Data may become inconsistent, duplicated, or difficult to retrieve.</a:t>
            </a:r>
          </a:p>
          <a:p>
            <a:r>
              <a:rPr lang="en-IN" sz="2000" dirty="0"/>
              <a:t>Overall, the existing system is time-consuming, less centralized, and inefficient for large-scale event management.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1616365"/>
            <a:ext cx="9384145" cy="4560598"/>
          </a:xfrm>
        </p:spPr>
        <p:txBody>
          <a:bodyPr>
            <a:normAutofit/>
          </a:bodyPr>
          <a:lstStyle/>
          <a:p>
            <a:pPr lvl="0"/>
            <a:r>
              <a:rPr lang="en-IN" sz="2000" dirty="0"/>
              <a:t>There is no centralized system to manage all college events in one place. </a:t>
            </a:r>
          </a:p>
          <a:p>
            <a:pPr lvl="0"/>
            <a:r>
              <a:rPr lang="en-IN" sz="2000" dirty="0"/>
              <a:t>Managing event registrations manually can result in duplicate or incorrect entries. </a:t>
            </a:r>
          </a:p>
          <a:p>
            <a:pPr lvl="0"/>
            <a:r>
              <a:rPr lang="en-IN" sz="2000" dirty="0"/>
              <a:t>Organizers face difficulty in tracking participants and attendance efficiently. </a:t>
            </a:r>
          </a:p>
          <a:p>
            <a:pPr lvl="0"/>
            <a:r>
              <a:rPr lang="en-IN" sz="2000" dirty="0"/>
              <a:t>Event information such as date, time, venue, and registration details may not be easily accessible. </a:t>
            </a:r>
          </a:p>
          <a:p>
            <a:pPr lvl="0"/>
            <a:r>
              <a:rPr lang="en-IN" sz="2000" dirty="0"/>
              <a:t>Feedback from students is often scattered and difficult to </a:t>
            </a:r>
            <a:r>
              <a:rPr lang="en-IN" sz="2000" dirty="0" err="1"/>
              <a:t>analyze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It is difficult to identify popular events and student participation trends. </a:t>
            </a:r>
          </a:p>
          <a:p>
            <a:pPr lvl="0"/>
            <a:r>
              <a:rPr lang="en-IN" sz="2000" dirty="0"/>
              <a:t>Preparing attendance and event reports manually is time-consuming. </a:t>
            </a:r>
          </a:p>
          <a:p>
            <a:pPr lvl="0"/>
            <a:r>
              <a:rPr lang="en-IN" sz="2000" dirty="0"/>
              <a:t>Lack of proper analytics makes it difficult for organizers to evaluate event performance and plan future events.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/>
              <a:t>Develop a centralized portal to manage all college events. </a:t>
            </a:r>
          </a:p>
          <a:p>
            <a:pPr lvl="0"/>
            <a:r>
              <a:rPr lang="en-IN" sz="2400" dirty="0"/>
              <a:t>Provide online event registration for students. </a:t>
            </a:r>
          </a:p>
          <a:p>
            <a:pPr lvl="0"/>
            <a:r>
              <a:rPr lang="en-IN" sz="2400" dirty="0"/>
              <a:t>Maintain organized records of events, participants, and attendance. </a:t>
            </a:r>
          </a:p>
          <a:p>
            <a:pPr lvl="0"/>
            <a:r>
              <a:rPr lang="en-IN" sz="2400" dirty="0"/>
              <a:t>Provide feedback and rating facilities for students. </a:t>
            </a:r>
          </a:p>
          <a:p>
            <a:pPr lvl="0"/>
            <a:r>
              <a:rPr lang="en-IN" sz="2400" dirty="0"/>
              <a:t>Use a database to reduce duplicate records and data errors. </a:t>
            </a:r>
          </a:p>
          <a:p>
            <a:pPr lvl="0"/>
            <a:r>
              <a:rPr lang="en-IN" sz="2400" dirty="0"/>
              <a:t>Provide analytics and reports on registrations, attendance, and event performance. </a:t>
            </a:r>
          </a:p>
          <a:p>
            <a:pPr lvl="0"/>
            <a:r>
              <a:rPr lang="en-IN" sz="2400" dirty="0"/>
              <a:t>Help organizers make data-driven decisions for future events. </a:t>
            </a:r>
          </a:p>
          <a:p>
            <a:pPr lvl="0"/>
            <a:r>
              <a:rPr lang="en-IN" sz="2400" dirty="0"/>
              <a:t>Reduce manual work and time involved in event management.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/>
              <a:t>To develop a centralized platform for managing college events. </a:t>
            </a:r>
          </a:p>
          <a:p>
            <a:pPr lvl="0"/>
            <a:r>
              <a:rPr lang="en-IN" sz="2400" dirty="0"/>
              <a:t>To simplify event creation, registration, and management. </a:t>
            </a:r>
          </a:p>
          <a:p>
            <a:pPr lvl="0"/>
            <a:r>
              <a:rPr lang="en-IN" sz="2400" dirty="0"/>
              <a:t>To maintain accurate records of students, events, and attendance. </a:t>
            </a:r>
          </a:p>
          <a:p>
            <a:pPr lvl="0"/>
            <a:r>
              <a:rPr lang="en-IN" sz="2400" dirty="0"/>
              <a:t>To reduce manual work, duplicate entries, and data errors. </a:t>
            </a:r>
          </a:p>
          <a:p>
            <a:pPr lvl="0"/>
            <a:r>
              <a:rPr lang="en-IN" sz="2400" dirty="0"/>
              <a:t>To collect and manage student feedback and ratings. </a:t>
            </a:r>
          </a:p>
          <a:p>
            <a:pPr lvl="0"/>
            <a:r>
              <a:rPr lang="en-IN" sz="2400" dirty="0"/>
              <a:t>To provide analytics and reports on event participation and performance. </a:t>
            </a:r>
          </a:p>
          <a:p>
            <a:pPr lvl="0"/>
            <a:r>
              <a:rPr lang="en-IN" sz="2400" dirty="0"/>
              <a:t>To help organizers make better decisions using event data. </a:t>
            </a:r>
          </a:p>
          <a:p>
            <a:pPr lvl="0"/>
            <a:r>
              <a:rPr lang="en-IN" sz="2400" dirty="0"/>
              <a:t>To improve the overall efficiency and transparency of event management.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3678-5F43-F92D-BE44-F3BEA133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7A206-9240-0418-320E-3B11841E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6618" y="1330036"/>
            <a:ext cx="5172364" cy="4692073"/>
          </a:xfrm>
        </p:spPr>
        <p:txBody>
          <a:bodyPr>
            <a:noAutofit/>
          </a:bodyPr>
          <a:lstStyle/>
          <a:p>
            <a:pPr lvl="0"/>
            <a:r>
              <a:rPr lang="en-IN" sz="2000" b="1" dirty="0"/>
              <a:t>User Management</a:t>
            </a:r>
            <a:r>
              <a:rPr lang="en-IN" sz="2000" dirty="0"/>
              <a:t> </a:t>
            </a:r>
          </a:p>
          <a:p>
            <a:pPr lvl="1"/>
            <a:r>
              <a:rPr lang="en-IN" sz="2000" dirty="0"/>
              <a:t>Manage students, organizers, and administrators. </a:t>
            </a:r>
          </a:p>
          <a:p>
            <a:pPr lvl="1"/>
            <a:r>
              <a:rPr lang="en-IN" sz="2000" dirty="0"/>
              <a:t>Login and role-based access. </a:t>
            </a:r>
          </a:p>
          <a:p>
            <a:pPr lvl="0"/>
            <a:r>
              <a:rPr lang="en-IN" sz="2000" b="1" dirty="0"/>
              <a:t>Event Management</a:t>
            </a:r>
            <a:r>
              <a:rPr lang="en-IN" sz="2000" dirty="0"/>
              <a:t> </a:t>
            </a:r>
          </a:p>
          <a:p>
            <a:pPr lvl="1"/>
            <a:r>
              <a:rPr lang="en-IN" sz="2000" dirty="0"/>
              <a:t>Create, update, delete, and view events. </a:t>
            </a:r>
          </a:p>
          <a:p>
            <a:pPr lvl="1"/>
            <a:r>
              <a:rPr lang="en-IN" sz="2000" dirty="0"/>
              <a:t>Manage event date, time, venue, and category. </a:t>
            </a:r>
          </a:p>
          <a:p>
            <a:pPr lvl="0"/>
            <a:r>
              <a:rPr lang="en-IN" sz="2000" b="1" dirty="0"/>
              <a:t>Registration Management</a:t>
            </a:r>
            <a:r>
              <a:rPr lang="en-IN" sz="2000" dirty="0"/>
              <a:t> </a:t>
            </a:r>
          </a:p>
          <a:p>
            <a:pPr lvl="1"/>
            <a:r>
              <a:rPr lang="en-IN" sz="2000" dirty="0"/>
              <a:t>Students can register for events. </a:t>
            </a:r>
          </a:p>
          <a:p>
            <a:pPr lvl="1"/>
            <a:r>
              <a:rPr lang="en-IN" sz="2000" dirty="0"/>
              <a:t>Manage and track registrations. </a:t>
            </a:r>
          </a:p>
          <a:p>
            <a:pPr lvl="0"/>
            <a:r>
              <a:rPr lang="en-IN" sz="2000" b="1" dirty="0"/>
              <a:t>Attendance Management</a:t>
            </a:r>
            <a:r>
              <a:rPr lang="en-IN" sz="2000" dirty="0"/>
              <a:t> </a:t>
            </a:r>
          </a:p>
          <a:p>
            <a:pPr lvl="1"/>
            <a:r>
              <a:rPr lang="en-IN" sz="2000" dirty="0"/>
              <a:t>Record student attendance. </a:t>
            </a:r>
          </a:p>
          <a:p>
            <a:pPr lvl="1"/>
            <a:r>
              <a:rPr lang="en-IN" sz="2000" dirty="0"/>
              <a:t>Track participation in events.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C1A525-32B6-9EF3-B0AD-10BC0A427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84892"/>
            <a:ext cx="5257800" cy="4692072"/>
          </a:xfrm>
        </p:spPr>
        <p:txBody>
          <a:bodyPr>
            <a:normAutofit/>
          </a:bodyPr>
          <a:lstStyle/>
          <a:p>
            <a:pPr lvl="0"/>
            <a:r>
              <a:rPr lang="en-IN" sz="2000" b="1" dirty="0"/>
              <a:t>Feedback Management</a:t>
            </a:r>
            <a:r>
              <a:rPr lang="en-IN" sz="2000" dirty="0"/>
              <a:t> </a:t>
            </a:r>
          </a:p>
          <a:p>
            <a:pPr lvl="1"/>
            <a:r>
              <a:rPr lang="en-IN" sz="2000" dirty="0"/>
              <a:t>Students can submit feedback and ratings. </a:t>
            </a:r>
          </a:p>
          <a:p>
            <a:pPr lvl="1"/>
            <a:r>
              <a:rPr lang="en-IN" sz="2000" dirty="0" err="1"/>
              <a:t>Analyze</a:t>
            </a:r>
            <a:r>
              <a:rPr lang="en-IN" sz="2000" dirty="0"/>
              <a:t> event satisfaction. </a:t>
            </a:r>
          </a:p>
          <a:p>
            <a:pPr lvl="0"/>
            <a:r>
              <a:rPr lang="en-IN" sz="2000" b="1" dirty="0"/>
              <a:t>Analytics &amp; Reports</a:t>
            </a:r>
            <a:r>
              <a:rPr lang="en-IN" sz="2000" dirty="0"/>
              <a:t> </a:t>
            </a:r>
          </a:p>
          <a:p>
            <a:pPr lvl="1"/>
            <a:r>
              <a:rPr lang="en-IN" sz="2000" dirty="0" err="1"/>
              <a:t>Analyze</a:t>
            </a:r>
            <a:r>
              <a:rPr lang="en-IN" sz="2000" dirty="0"/>
              <a:t> registrations, attendance, and feedback. </a:t>
            </a:r>
          </a:p>
          <a:p>
            <a:pPr lvl="1"/>
            <a:r>
              <a:rPr lang="en-IN" sz="2000" dirty="0"/>
              <a:t>Generate useful reports for organizers. </a:t>
            </a:r>
          </a:p>
          <a:p>
            <a:pPr lvl="0"/>
            <a:r>
              <a:rPr lang="en-IN" sz="2000" b="1" dirty="0"/>
              <a:t>Database Management</a:t>
            </a:r>
            <a:r>
              <a:rPr lang="en-IN" sz="2000" dirty="0"/>
              <a:t> </a:t>
            </a:r>
          </a:p>
          <a:p>
            <a:pPr lvl="1"/>
            <a:r>
              <a:rPr lang="en-IN" sz="2000" dirty="0"/>
              <a:t>Store and manage all event-related data securely. </a:t>
            </a:r>
          </a:p>
          <a:p>
            <a:pPr lvl="1"/>
            <a:r>
              <a:rPr lang="en-IN" sz="2000" dirty="0"/>
              <a:t>Maintain relationships between users, events, registrations, and attendance.</a:t>
            </a:r>
          </a:p>
          <a:p>
            <a:endParaRPr lang="en-IN" sz="20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00997-16D2-7181-7366-5FAA2E756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5074B-AFE8-3878-B363-BB2D7826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751A4-2C5C-291C-D2F4-1D108936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07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33000" cy="8540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779963"/>
          </a:xfrm>
        </p:spPr>
        <p:txBody>
          <a:bodyPr>
            <a:noAutofit/>
          </a:bodyPr>
          <a:lstStyle/>
          <a:p>
            <a:r>
              <a:rPr lang="en-IN" sz="2400" b="1" dirty="0"/>
              <a:t>SOFTWARE REQUIREMENTS</a:t>
            </a:r>
          </a:p>
          <a:p>
            <a:pPr lvl="0"/>
            <a:r>
              <a:rPr lang="en-IN" sz="2400" b="1" dirty="0"/>
              <a:t>Operating System:</a:t>
            </a:r>
            <a:r>
              <a:rPr lang="en-IN" sz="2400" dirty="0"/>
              <a:t> Windows 10/11 or Linux</a:t>
            </a:r>
          </a:p>
          <a:p>
            <a:pPr lvl="0"/>
            <a:r>
              <a:rPr lang="en-IN" sz="2400" b="1" dirty="0"/>
              <a:t>Frontend:</a:t>
            </a:r>
            <a:r>
              <a:rPr lang="en-IN" sz="2400" dirty="0"/>
              <a:t> HTML, CSS, JavaScript</a:t>
            </a:r>
          </a:p>
          <a:p>
            <a:pPr lvl="0"/>
            <a:r>
              <a:rPr lang="en-IN" sz="2400" b="1" dirty="0"/>
              <a:t>Backend:</a:t>
            </a:r>
            <a:r>
              <a:rPr lang="en-IN" sz="2400" dirty="0"/>
              <a:t> Java with Spring Boot</a:t>
            </a:r>
          </a:p>
          <a:p>
            <a:pPr lvl="0"/>
            <a:r>
              <a:rPr lang="en-IN" sz="2400" b="1" dirty="0"/>
              <a:t>Database:</a:t>
            </a:r>
            <a:r>
              <a:rPr lang="en-IN" sz="2400" dirty="0"/>
              <a:t> MySQL</a:t>
            </a:r>
          </a:p>
          <a:p>
            <a:pPr lvl="0"/>
            <a:r>
              <a:rPr lang="en-IN" sz="2400" b="1" dirty="0"/>
              <a:t>IDE:</a:t>
            </a:r>
            <a:r>
              <a:rPr lang="en-IN" sz="2400" dirty="0"/>
              <a:t> IntelliJ IDEA / Eclipse / VS Code</a:t>
            </a:r>
          </a:p>
          <a:p>
            <a:pPr lvl="0"/>
            <a:r>
              <a:rPr lang="en-IN" sz="2400" b="1" dirty="0"/>
              <a:t>API Testing:</a:t>
            </a:r>
            <a:r>
              <a:rPr lang="en-IN" sz="2400" dirty="0"/>
              <a:t> Postman</a:t>
            </a:r>
          </a:p>
          <a:p>
            <a:pPr lvl="0"/>
            <a:r>
              <a:rPr lang="en-IN" sz="2400" b="1" dirty="0"/>
              <a:t>Database Tool:</a:t>
            </a:r>
            <a:r>
              <a:rPr lang="en-IN" sz="2400" dirty="0"/>
              <a:t> MySQL Workbench</a:t>
            </a:r>
          </a:p>
          <a:p>
            <a:pPr lvl="0"/>
            <a:r>
              <a:rPr lang="en-IN" sz="2400" b="1" dirty="0"/>
              <a:t>Analytics &amp; Reporting:</a:t>
            </a:r>
            <a:r>
              <a:rPr lang="en-IN" sz="2400" dirty="0"/>
              <a:t> Chart.js and JavaScript</a:t>
            </a:r>
          </a:p>
          <a:p>
            <a:pPr lvl="0"/>
            <a:r>
              <a:rPr lang="en-IN" sz="2400" b="1" dirty="0"/>
              <a:t>Web Browser:</a:t>
            </a:r>
            <a:r>
              <a:rPr lang="en-IN" sz="2400" dirty="0"/>
              <a:t> Google Chrome / Microsoft Edge</a:t>
            </a:r>
          </a:p>
          <a:p>
            <a:pPr lvl="0"/>
            <a:r>
              <a:rPr lang="en-IN" sz="2400" b="1" dirty="0"/>
              <a:t>Version Control:</a:t>
            </a:r>
            <a:r>
              <a:rPr lang="en-IN" sz="2400" dirty="0"/>
              <a:t> Git and GitHub</a:t>
            </a:r>
          </a:p>
          <a:p>
            <a:pPr lvl="0"/>
            <a:r>
              <a:rPr lang="en-IN" sz="2400" b="1" dirty="0"/>
              <a:t>Java Version:</a:t>
            </a:r>
            <a:r>
              <a:rPr lang="en-IN" sz="2400" dirty="0"/>
              <a:t> JDK 17 or above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87B0-C658-675C-5FB4-3B0E3564C53B}"/>
              </a:ext>
            </a:extLst>
          </p:cNvPr>
          <p:cNvSpPr txBox="1"/>
          <p:nvPr/>
        </p:nvSpPr>
        <p:spPr>
          <a:xfrm>
            <a:off x="932872" y="1662544"/>
            <a:ext cx="97351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Event Management and Analytical Portal</a:t>
            </a:r>
            <a:r>
              <a:rPr lang="en-IN" dirty="0"/>
              <a:t> provides a centralized platform for managing college events.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simplifies </a:t>
            </a:r>
            <a:r>
              <a:rPr lang="en-IN" b="1" dirty="0"/>
              <a:t>event registration, attendance, feedback, and participant management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reduces </a:t>
            </a:r>
            <a:r>
              <a:rPr lang="en-IN" b="1" dirty="0"/>
              <a:t>manual work, duplicate records, and data errors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Analytics help organizers understand </a:t>
            </a:r>
            <a:r>
              <a:rPr lang="en-IN" b="1" dirty="0"/>
              <a:t>event participation and performance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Overall, the portal makes event management </a:t>
            </a:r>
            <a:r>
              <a:rPr lang="en-IN" b="1" dirty="0"/>
              <a:t>efficient, organized, and data-driven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b="1" dirty="0"/>
              <a:t>Future Scope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Add a </a:t>
            </a:r>
            <a:r>
              <a:rPr lang="en-IN" b="1" dirty="0"/>
              <a:t>mobile application</a:t>
            </a:r>
            <a:r>
              <a:rPr lang="en-IN" dirty="0"/>
              <a:t> for students and organizers.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Implement </a:t>
            </a:r>
            <a:r>
              <a:rPr lang="en-IN" b="1" dirty="0"/>
              <a:t>QR code-based attendance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Add </a:t>
            </a:r>
            <a:r>
              <a:rPr lang="en-IN" b="1" dirty="0"/>
              <a:t>email/SMS notifications</a:t>
            </a:r>
            <a:r>
              <a:rPr lang="en-IN" dirty="0"/>
              <a:t> for event updates and reminders.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 advanced </a:t>
            </a:r>
            <a:r>
              <a:rPr lang="en-IN" b="1" dirty="0"/>
              <a:t>real-time dashboards and analytics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Add </a:t>
            </a:r>
            <a:r>
              <a:rPr lang="en-IN" b="1" dirty="0"/>
              <a:t>AI-based recommendations</a:t>
            </a:r>
            <a:r>
              <a:rPr lang="en-IN" dirty="0"/>
              <a:t> for events based on student interests.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Integrate </a:t>
            </a:r>
            <a:r>
              <a:rPr lang="en-IN" b="1" dirty="0"/>
              <a:t>online certificates</a:t>
            </a:r>
            <a:r>
              <a:rPr lang="en-IN" dirty="0"/>
              <a:t> for event participants.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8324</TotalTime>
  <Words>1053</Words>
  <Application>Microsoft Office PowerPoint</Application>
  <PresentationFormat>Widescreen</PresentationFormat>
  <Paragraphs>165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Event Management and Analytical Portal   </vt:lpstr>
      <vt:lpstr>GROUP NUMBER:15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Bhavitha Reddy</cp:lastModifiedBy>
  <cp:revision>98</cp:revision>
  <dcterms:created xsi:type="dcterms:W3CDTF">2022-05-20T10:20:31Z</dcterms:created>
  <dcterms:modified xsi:type="dcterms:W3CDTF">2026-08-18T04:00:39Z</dcterms:modified>
</cp:coreProperties>
</file>