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801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and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Portal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system for college event registration, attendance, feedback and analytics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15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Vennela E (Lead)  2520030288   |   Jahnavi Y  2520030567   |   Bhavitha  2520030120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Y Prasanthi, Assistant Professor, Dept. of CSE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29260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155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36192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system that simplifies and automates the management of college events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create and manage events, venues, schedules, registrations and attendance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view events, register, track participation and submit feedback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 reduces duplicate records, manual work and data errors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module reports registration trends, attendance statistics, popular events and ratings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2606040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all events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4069080"/>
            <a:ext cx="2606040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4069080"/>
            <a:ext cx="2606040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Insightful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for planning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Proposed Solution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3611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system: the 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81912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handled through forms, spreadsheets and chat groups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and inconsistent registration records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that is slow and error-prone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scattered and hard to analyse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insight into popular events or participation trends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51560"/>
            <a:ext cx="64008" cy="36118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81912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 portal for students, organizers and admins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registration with duplicate prevention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tracked against each registration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comments collected after every event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on registrations, attendance and ratings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Modules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centralize event management, reduce manual work and duplicate data, and help organizers decide using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2606040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organizers and admins with role-based login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63040"/>
            <a:ext cx="260604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 and delete events; date, time, venue, category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060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63040"/>
            <a:ext cx="2606040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register online; organizers track registrations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6060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08960"/>
            <a:ext cx="260604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check-in and track participation per event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3108960"/>
            <a:ext cx="26060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3108960"/>
            <a:ext cx="2606040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comments to measure satisfaction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3108960"/>
            <a:ext cx="26060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3108960"/>
            <a:ext cx="260604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in registrations, attendance and ratings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Roles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36118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61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81912"/>
            <a:ext cx="2286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 and roles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all events and venues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overall reports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data quality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64008" cy="3611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161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581912"/>
            <a:ext cx="2286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updates events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date, time, venue, category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registrations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attendance and reads feedback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51560"/>
            <a:ext cx="64008" cy="36118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161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581912"/>
            <a:ext cx="2286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upcoming events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online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own participation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rating and comments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377440" cy="11887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Chart.js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07792" y="1508760"/>
            <a:ext cx="411480" cy="365760"/>
          </a:xfrm>
          <a:prstGeom prst="rightArrow">
            <a:avLst/>
          </a:prstGeom>
          <a:solidFill>
            <a:srgbClr val="6B7587"/>
          </a:solidFill>
          <a:ln w="12700">
            <a:solidFill>
              <a:srgbClr val="6B75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603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listing and registration pages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feedback forms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for analytics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377440" cy="11887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0972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Spring Boot REST APIs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33872" y="1508760"/>
            <a:ext cx="411480" cy="365760"/>
          </a:xfrm>
          <a:prstGeom prst="rightArrow">
            <a:avLst/>
          </a:prstGeom>
          <a:solidFill>
            <a:srgbClr val="6B7587"/>
          </a:solidFill>
          <a:ln w="12700">
            <a:solidFill>
              <a:srgbClr val="6B75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25603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and validation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role-based access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Postman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377440" cy="1188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0972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5603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related tables with keys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for reports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and triggers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5448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3258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33172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sets date, venue, category and seat limit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25980" y="1188720"/>
            <a:ext cx="155448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13258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289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21742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35708" y="233172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registers online for an upcoming event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94760" y="1188720"/>
            <a:ext cx="155448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3258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04488" y="233172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is recorded against the registration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63540" y="1188720"/>
            <a:ext cx="155448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6460" y="13258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664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55498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73268" y="233172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rates the event and adds comments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32320" y="1188720"/>
            <a:ext cx="155448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13258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352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242048" y="233172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show trends, attendance and ratings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rules: no duplicate registration, seat limit respected, attendance linked to a registration, rating within a fixed scale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(1 of 2): Users and Registrations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er/er2.png">    </p:cNvPr>
          <p:cNvPicPr>
            <a:picLocks noChangeAspect="1"/>
          </p:cNvPicPr>
          <p:nvPr/>
        </p:nvPicPr>
        <p:blipFill>
          <a:blip r:embed="rId1"/>
          <a:srcRect l="-48" r="-48" t="0" b="0"/>
          <a:stretch/>
        </p:blipFill>
        <p:spPr>
          <a:xfrm>
            <a:off x="457200" y="960120"/>
            <a:ext cx="566928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60120"/>
            <a:ext cx="5669280" cy="38441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0" y="960120"/>
            <a:ext cx="2377440" cy="38404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960120"/>
            <a:ext cx="64008" cy="38404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1069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links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1490472"/>
            <a:ext cx="2011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students and organizers log in with a role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registrations.user_id references users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registrations.event_id references events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also stores payment status and ticket code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and organizers are separate tables linked to events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(2 of 2): Events, Feedback, Attendance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er/er1.png">    </p:cNvPr>
          <p:cNvPicPr>
            <a:picLocks noChangeAspect="1"/>
          </p:cNvPicPr>
          <p:nvPr/>
        </p:nvPicPr>
        <p:blipFill>
          <a:blip r:embed="rId1"/>
          <a:srcRect l="-48" r="-48" t="0" b="0"/>
          <a:stretch/>
        </p:blipFill>
        <p:spPr>
          <a:xfrm>
            <a:off x="457200" y="960120"/>
            <a:ext cx="566928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60120"/>
            <a:ext cx="5669280" cy="38441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0" y="960120"/>
            <a:ext cx="2377440" cy="38404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960120"/>
            <a:ext cx="64008" cy="38404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1069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links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1490472"/>
            <a:ext cx="2011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holds organizer_id, category_id and venue_id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classify many events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attendance.registration_id references registrations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and check-out time recorded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feedback.user_id and event_id link rating to a user and event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Key Columns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48056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(PK), full_name, email, phone, role, department, college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organizer_id (PK), organizer_name, email, organization, designation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venue_id (PK), venue_name, building, room_number, capacity, venue_type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 (PK), category_name, 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event_id (PK), event_name, event_type, event_date, times, fee, max_participants,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organizer_id, category_id, venue_id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registration_id (PK), registration_date, registration_status, payment_status, ticket_code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event_id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attendance_id (PK), check_in_time, check_out_time, attendance_status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feedback_id (PK), rating, comments, feedback_date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event_id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and Analytics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36118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tables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81912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organizers, venues, categories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(organizer, category and venue as foreign keys)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(user and event)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(registration)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(user, event, rating 1-5)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constraints prevent duplicate and orphan records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51560"/>
            <a:ext cx="64008" cy="3611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output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81912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GROUP BY, HAVING and aggregate queries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trends and most popular events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 and no-show analysis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by event and category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for dashboards; stored procedures and triggers for rules like event-full checks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and Integrity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36118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(up to 3NF)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81912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1NF: every column holds one value; each table has a primary key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registration details depend on the whole registration, not on user or event alone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venue, category and organizer details are stored once and referenced by ID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feedback kept separate from registration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51560"/>
            <a:ext cx="64008" cy="3611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and automation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81912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foreign keys link every record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email; rating limited to a valid range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can enforce seat limits and attendance rules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give ready-made reports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wrap register, cancel and report actions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Analytical Queries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17043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960120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events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960120"/>
            <a:ext cx="6400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e.event_name, COUNT(r.registration_id) AS 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events e JOIN registrations r ON r.event_id = e.event_id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e.event_id, e.event_name ORDER BY total DESC;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17043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40280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240280"/>
            <a:ext cx="6400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e.event_name,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ROUND(100*SUM(a.attendance_status='Present')/COUNT(*),1) AS attendance_pct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attendance a JOIN registrations r ON r.registration_id = a.registration_id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events e ON e.event_id = r.event_id GROUP BY e.event_id, e.event_name;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117043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20440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events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520440"/>
            <a:ext cx="6400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e.event_name, ROUND(AVG(f.rating),2) AS avg_rating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feedback f JOIN events e ON e.event_id = f.event_id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e.event_id, e.event_name HAVING COUNT(*) &gt;=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avg_rating DESC;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Conclusion and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74320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36118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81912"/>
            <a:ext cx="2377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HTML, CSS, JavaScript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Java, Spring Boot (JDK 17+)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MySQL, Workbench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Chart.js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Postman, Git and GitHub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5176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51560"/>
            <a:ext cx="64008" cy="36118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161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581912"/>
            <a:ext cx="22860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organized event management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 and fewer data errors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support better planning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361188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51560"/>
            <a:ext cx="64008" cy="36118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161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581912"/>
            <a:ext cx="21945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attendance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reminders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event recommendations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certificates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82296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Vennela E  |  Jahnavi Y  |  Bhavitha   (Group 15)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2026-10-02T14:42:02Z</dcterms:created>
  <dcterms:modified xsi:type="dcterms:W3CDTF">2026-10-02T14:42:02Z</dcterms:modified>
</cp:coreProperties>
</file>